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6" r:id="rId4"/>
    <p:sldId id="273" r:id="rId5"/>
    <p:sldId id="272" r:id="rId6"/>
    <p:sldId id="271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6806" autoAdjust="0"/>
  </p:normalViewPr>
  <p:slideViewPr>
    <p:cSldViewPr>
      <p:cViewPr varScale="1">
        <p:scale>
          <a:sx n="81" d="100"/>
          <a:sy n="81" d="100"/>
        </p:scale>
        <p:origin x="147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AA135-E01C-4A42-9760-5A137A0CA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14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index.html" TargetMode="External"/><Relationship Id="rId2" Type="http://schemas.openxmlformats.org/officeDocument/2006/relationships/hyperlink" Target="https://github.com/peterhchen/900_Python_ML_DS_D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y.google.com/store/books/author?id=Sarah+Guido" TargetMode="External"/><Relationship Id="rId5" Type="http://schemas.openxmlformats.org/officeDocument/2006/relationships/hyperlink" Target="https://play.google.com/store/books/author?id=Andreas+C.+M%C3%BCller" TargetMode="External"/><Relationship Id="rId4" Type="http://schemas.openxmlformats.org/officeDocument/2006/relationships/hyperlink" Target="https://spark.apache.org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00 Python Machine Learning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1026" name="Picture 2" descr="Top 10 Libraries in Python to Implement Machine Learning | Hacker Noon">
            <a:extLst>
              <a:ext uri="{FF2B5EF4-FFF2-40B4-BE49-F238E27FC236}">
                <a16:creationId xmlns:a16="http://schemas.microsoft.com/office/drawing/2014/main" id="{824DA931-69A7-495F-AF62-94DE2A0F3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789040"/>
            <a:ext cx="1406463" cy="70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Python Machine Learning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298615"/>
            <a:ext cx="8352928" cy="83424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Course Description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i="0" dirty="0">
                <a:solidFill>
                  <a:srgbClr val="3C3B37"/>
                </a:solidFill>
                <a:effectLst/>
              </a:rPr>
              <a:t>Learn python and Machine Learning</a:t>
            </a:r>
          </a:p>
          <a:p>
            <a:br>
              <a:rPr lang="en-US" sz="1800" b="1" dirty="0"/>
            </a:br>
            <a:endParaRPr lang="en-US" sz="1800" b="1" i="0" dirty="0">
              <a:solidFill>
                <a:srgbClr val="212529"/>
              </a:solidFill>
              <a:effectLst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8722" y="759619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1600" dirty="0"/>
              <a:t>https://www.udemy.com/course/learning-python-for-data-analysis-and-visualization/learn/lecture/2338236?start=0#overview</a:t>
            </a:r>
            <a:endParaRPr lang="en-US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49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9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Python Machine Learning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08000" y="1268759"/>
            <a:ext cx="8352928" cy="194421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i="0" dirty="0">
                <a:solidFill>
                  <a:srgbClr val="3C3B37"/>
                </a:solidFill>
                <a:effectLst/>
              </a:rPr>
              <a:t>Course Syllabus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Part 1: Basic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1: </a:t>
            </a:r>
            <a:r>
              <a:rPr lang="en-US" sz="1800" b="1" i="0" dirty="0">
                <a:solidFill>
                  <a:srgbClr val="3C3B37"/>
                </a:solidFill>
                <a:effectLst/>
              </a:rPr>
              <a:t>Setup: Anaconda, R, Python, PyTorch/Tensorflow, Basic R, </a:t>
            </a:r>
            <a:r>
              <a:rPr lang="en-US" sz="1800" b="1" dirty="0">
                <a:solidFill>
                  <a:srgbClr val="3C3B37"/>
                </a:solidFill>
              </a:rPr>
              <a:t>Cross Validation, Confusion Matrix, Sensitivity/Specificity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2: Bias/Variance, ROC/AUC, Fit Data, R-Square, F-Score, P-Value, Odd/Log, Log/</a:t>
            </a:r>
            <a:r>
              <a:rPr lang="en-US" sz="1800" b="1">
                <a:solidFill>
                  <a:srgbClr val="3C3B37"/>
                </a:solidFill>
              </a:rPr>
              <a:t>Odds Ratio.</a:t>
            </a:r>
            <a:endParaRPr lang="en-US" sz="1800" b="1" dirty="0">
              <a:solidFill>
                <a:srgbClr val="3C3B37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8722" y="759619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1600" dirty="0"/>
              <a:t>https://www.udemy.com/course/learning-python-for-data-analysis-and-visualization/learn/lecture/2338236?start=0#overview</a:t>
            </a:r>
            <a:endParaRPr lang="en-US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49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96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Python Machine Learning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2300" y="1340767"/>
            <a:ext cx="8352928" cy="475761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i="0" dirty="0">
                <a:solidFill>
                  <a:srgbClr val="3C3B37"/>
                </a:solidFill>
                <a:effectLst/>
              </a:rPr>
              <a:t>Course Syllabus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Part 2: Scikit-Learn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3: </a:t>
            </a:r>
            <a:r>
              <a:rPr lang="en-US" sz="1800" b="1" i="0" dirty="0">
                <a:solidFill>
                  <a:srgbClr val="3C3B37"/>
                </a:solidFill>
                <a:effectLst/>
              </a:rPr>
              <a:t>Logistic Regression, Multiple Regression, Deviance Residual, </a:t>
            </a:r>
            <a:r>
              <a:rPr lang="en-US" sz="1800" b="1" dirty="0">
                <a:solidFill>
                  <a:srgbClr val="3C3B37"/>
                </a:solidFill>
              </a:rPr>
              <a:t>Ridge Regression, Lasso Regression, Elastic Net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4: PCA, LDA, MDS, PCoA, t-SNE, Hierarchical Clustering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5: K-Mean Cluster, KNN Neighbor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6: Naïve Bayes, Gaussian Naïve Bayes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7: Decision Tree, Regression Tree, Regression Tree Prune, Random Forest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8: Chain Rule, Gradient Descent, Stochastic Gradient Descent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9: Ada Boost, Gradient Boost, Gradient Boost Regression, Gradient Boost Classification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10: SVM, SVM/BRF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11:  XGBoost Regression, XGBoost Classification, XGBoost Optimization, Neural Network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8722" y="759619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1600" dirty="0"/>
              <a:t>https://www.udemy.com/course/learning-python-for-data-analysis-and-visualization/learn/lecture/2338236?start=0#overview</a:t>
            </a:r>
            <a:endParaRPr lang="en-US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49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99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Python Machine Learning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08000" y="1268759"/>
            <a:ext cx="8352928" cy="244827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i="0" dirty="0">
                <a:solidFill>
                  <a:srgbClr val="3C3B37"/>
                </a:solidFill>
                <a:effectLst/>
              </a:rPr>
              <a:t>Course Syllabus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Part 4: Case Study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12: Spam Classifier, Recommender System, 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13: Reinforcement Learning, 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Part 5: pySpark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14: Setup, Spark Context, RDD, Broadcast/Accumulator</a:t>
            </a:r>
          </a:p>
          <a:p>
            <a:pPr marL="922338" lvl="1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Section 15: SparkConf, SparkFiles, Storage Level, MLlib, Serializer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8722" y="759619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1600" dirty="0"/>
              <a:t>https://www.udemy.com/course/learning-python-for-data-analysis-and-visualization/learn/lecture/2338236?start=0#overview</a:t>
            </a:r>
            <a:endParaRPr lang="en-US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49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5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00 Python Machine Learning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08000" y="1268759"/>
            <a:ext cx="8352928" cy="424847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Reference: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  <a:hlinkClick r:id="rId2"/>
              </a:rPr>
              <a:t>https://github.com/peterhchen/900_Python_ML_DS_DL</a:t>
            </a:r>
            <a:endParaRPr lang="en-US" sz="1800" b="1" dirty="0">
              <a:solidFill>
                <a:srgbClr val="3C3B37"/>
              </a:solidFill>
            </a:endParaRP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  <a:hlinkClick r:id="rId3"/>
              </a:rPr>
              <a:t>https://scikit-learn.org/stable/index.html</a:t>
            </a:r>
            <a:endParaRPr lang="en-US" sz="1800" b="1" dirty="0">
              <a:solidFill>
                <a:srgbClr val="3C3B37"/>
              </a:solidFill>
            </a:endParaRP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  <a:hlinkClick r:id="rId4"/>
              </a:rPr>
              <a:t>https://spark.apache.org/</a:t>
            </a:r>
            <a:endParaRPr lang="en-US" sz="1800" b="1" dirty="0">
              <a:solidFill>
                <a:srgbClr val="3C3B37"/>
              </a:solidFill>
            </a:endParaRP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dirty="0">
                <a:solidFill>
                  <a:srgbClr val="3C3B37"/>
                </a:solidFill>
              </a:rPr>
              <a:t>Textbook:</a:t>
            </a:r>
          </a:p>
          <a:p>
            <a:pPr marL="465138" indent="-465138" algn="l">
              <a:buClr>
                <a:srgbClr val="0070C0"/>
              </a:buClr>
              <a:buFont typeface="Wingdings" pitchFamily="2" charset="2"/>
              <a:buChar char="u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j-lt"/>
              </a:rPr>
              <a:t>Introduction to Machine Learning with Python: A Guide for Data Scientists, </a:t>
            </a:r>
            <a:r>
              <a:rPr lang="en-US" sz="1800" b="1" u="sng" dirty="0">
                <a:solidFill>
                  <a:schemeClr val="tx1"/>
                </a:solidFill>
                <a:latin typeface="+mj-lt"/>
              </a:rPr>
              <a:t>b</a:t>
            </a:r>
            <a:r>
              <a:rPr lang="en-US" sz="1800" b="1" i="0" u="sng" dirty="0">
                <a:solidFill>
                  <a:schemeClr val="tx1"/>
                </a:solidFill>
                <a:effectLst/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 Andreas C. </a:t>
            </a:r>
            <a:r>
              <a:rPr lang="en-US" sz="1800" b="1" i="0" u="sng" dirty="0" err="1">
                <a:solidFill>
                  <a:schemeClr val="tx1"/>
                </a:solidFill>
                <a:effectLst/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Müller</a:t>
            </a:r>
            <a:r>
              <a:rPr lang="en-US" sz="1800" b="1" i="0" u="none" strike="noStrike" dirty="0" err="1">
                <a:solidFill>
                  <a:schemeClr val="tx1"/>
                </a:solidFill>
                <a:effectLst/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Sarah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Guido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+mj-lt"/>
              </a:rPr>
              <a:t>Sep 2016,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Publisher: 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+mj-lt"/>
              </a:rPr>
              <a:t>O'Reilly)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-8722" y="759619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1600" dirty="0"/>
              <a:t>https://www.udemy.com/course/learning-python-for-data-analysis-and-visualization/learn/lecture/2338236?start=0#overview</a:t>
            </a:r>
            <a:endParaRPr lang="en-US" sz="1600" b="1" i="1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49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420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2021/1/18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473</Words>
  <Application>Microsoft Office PowerPoint</Application>
  <PresentationFormat>On-screen Show (4:3)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00 Python Machine Learning</vt:lpstr>
      <vt:lpstr>00 Python Machine Learning</vt:lpstr>
      <vt:lpstr>00 Python Machine Learning</vt:lpstr>
      <vt:lpstr>00 Python Machine Learning</vt:lpstr>
      <vt:lpstr>00 Python Machine Learning</vt:lpstr>
      <vt:lpstr>00 Python Machine Learning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704</cp:revision>
  <dcterms:created xsi:type="dcterms:W3CDTF">2018-09-28T16:40:41Z</dcterms:created>
  <dcterms:modified xsi:type="dcterms:W3CDTF">2021-01-18T22:31:52Z</dcterms:modified>
</cp:coreProperties>
</file>