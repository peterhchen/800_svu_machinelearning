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6" r:id="rId4"/>
    <p:sldId id="273" r:id="rId5"/>
    <p:sldId id="271" r:id="rId6"/>
    <p:sldId id="259" r:id="rId7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6" autoAdjust="0"/>
    <p:restoredTop sz="96806" autoAdjust="0"/>
  </p:normalViewPr>
  <p:slideViewPr>
    <p:cSldViewPr>
      <p:cViewPr varScale="1">
        <p:scale>
          <a:sx n="81" d="100"/>
          <a:sy n="81" d="100"/>
        </p:scale>
        <p:origin x="1476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7EDA8-41C8-4B24-A206-13C08A65A6D7}" type="datetimeFigureOut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AA135-E01C-4A42-9760-5A137A0CA41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AA135-E01C-4A42-9760-5A137A0CA41F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4146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B85509C-BD4F-47BF-9B1E-FC2E949B3621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99440-D9EF-40CC-9B52-F6428D9B2C76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1BF52-5C6C-4959-8E27-CECB68D39FE4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63F05-2DD9-4EB1-A827-12FD992DE9DC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AF51-4491-4873-A096-75DB6CE47516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AD9C8-8B9E-40FF-ABE2-858AC2057BBB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84999-BBBE-4BE4-A8D0-877E7D1D66CC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D17E6-02BD-4944-B9FE-7BFCCBF83D48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3E23D-1FEF-4D78-A3A3-3D6F2BB31954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1B24-F787-4C15-8A0F-7AEC20C70069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D33C-CE2B-45F1-B8D4-FFD1F131F331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97F35-AD6F-4594-8B50-334492D2E7E8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index.html" TargetMode="External"/><Relationship Id="rId2" Type="http://schemas.openxmlformats.org/officeDocument/2006/relationships/hyperlink" Target="https://github.com/peterhchen/900_Python_ML_DS_D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lay.google.com/store/books/author?id=Sarah+Guido" TargetMode="External"/><Relationship Id="rId5" Type="http://schemas.openxmlformats.org/officeDocument/2006/relationships/hyperlink" Target="https://play.google.com/store/books/author?id=Andreas+C.+M%C3%BCller" TargetMode="External"/><Relationship Id="rId4" Type="http://schemas.openxmlformats.org/officeDocument/2006/relationships/hyperlink" Target="https://spark.apache.org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solidFill>
            <a:srgbClr val="00B0F0"/>
          </a:solidFill>
        </p:spPr>
        <p:txBody>
          <a:bodyPr>
            <a:normAutofit/>
          </a:bodyPr>
          <a:lstStyle/>
          <a:p>
            <a:r>
              <a:rPr lang="en-US" altLang="zh-TW" sz="4800" b="1" dirty="0">
                <a:solidFill>
                  <a:srgbClr val="FFFF00"/>
                </a:solidFill>
              </a:rPr>
              <a:t>00 Python Machine Learning</a:t>
            </a:r>
            <a:endParaRPr lang="zh-TW" altLang="en-US" sz="4800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59632" y="4581128"/>
            <a:ext cx="6400800" cy="694928"/>
          </a:xfrm>
        </p:spPr>
        <p:txBody>
          <a:bodyPr>
            <a:normAutofit/>
          </a:bodyPr>
          <a:lstStyle/>
          <a:p>
            <a:r>
              <a:rPr lang="en-US" altLang="zh-TW" dirty="0"/>
              <a:t>Peter H. Chen</a:t>
            </a:r>
            <a:endParaRPr lang="zh-TW" alt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EDC9-19E3-47AC-9C57-C6A24DEA81AD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1</a:t>
            </a:fld>
            <a:endParaRPr lang="zh-TW" altLang="en-US"/>
          </a:p>
        </p:txBody>
      </p:sp>
      <p:pic>
        <p:nvPicPr>
          <p:cNvPr id="1026" name="Picture 2" descr="Top 10 Libraries in Python to Implement Machine Learning | Hacker Noon">
            <a:extLst>
              <a:ext uri="{FF2B5EF4-FFF2-40B4-BE49-F238E27FC236}">
                <a16:creationId xmlns:a16="http://schemas.microsoft.com/office/drawing/2014/main" id="{824DA931-69A7-495F-AF62-94DE2A0F3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3789040"/>
            <a:ext cx="1406463" cy="70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57200" y="1298615"/>
            <a:ext cx="8352928" cy="834241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chemeClr val="tx1"/>
                </a:solidFill>
              </a:rPr>
              <a:t>Course Description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Learn python and Machine Learning</a:t>
            </a:r>
          </a:p>
          <a:p>
            <a:br>
              <a:rPr lang="en-US" sz="1800" b="1" dirty="0"/>
            </a:br>
            <a:endParaRPr lang="en-US" sz="1800" b="1" i="0" dirty="0">
              <a:solidFill>
                <a:srgbClr val="212529"/>
              </a:solidFill>
              <a:effectLst/>
            </a:endParaRP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797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08000" y="1268759"/>
            <a:ext cx="8352928" cy="4608513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Course Syllabus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1: Basic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Setup: Anaconda, R, Python, PyTorch/Tensorflow, Basic R, </a:t>
            </a:r>
            <a:r>
              <a:rPr lang="en-US" sz="1800" b="1" dirty="0">
                <a:solidFill>
                  <a:srgbClr val="3C3B37"/>
                </a:solidFill>
              </a:rPr>
              <a:t>Cross Validation, Confusion Matrix, Sensitivity/Specificity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2: Bias/Variance, ROC/AUC, Fit Data, R-Square, F-Score, P-Value, Odd/Log, Log/Odds Ratio.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3: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Logistic Regression, Maximum Likelihood, R-Square, P-Value, Multiple Regression, Saturated Model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4: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Deviance Residual, </a:t>
            </a:r>
            <a:r>
              <a:rPr lang="en-US" sz="1800" b="1" dirty="0">
                <a:solidFill>
                  <a:srgbClr val="3C3B37"/>
                </a:solidFill>
              </a:rPr>
              <a:t>Ridge Regression, Lasso Regression, Elastic Net, PCA, LDA/MDS, PCoA, t-SNE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2: Clustering and Decision Tree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5: Hierarchical Clustering, K-Mean Cluster, KNN Neighbor, Naïve Bayes, Gaussian Naïve Bayes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6: Decision Tree, Regression Tree, Regression Tree Prune, Random Forest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967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42300" y="1340767"/>
            <a:ext cx="8352928" cy="5184577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Course Syllabus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3: Gradient Descent, Gradient Boost, and XGBoost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7: Chain Rule, Gradient Descent, Stochastic Gradient Descent, Ada Boost, Gradient Boost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8: Gradient Boost Regression, Gradient Boost Classification, SVM, SVM/BRF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9:  XGBoost Regression, XGBoost Classification, XGBoost Optimization, Neural Network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4: Case Study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10: NLP (Natural Language Processing)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11: Spam Classifier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12: Recommender System 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13: Reinforcement Learning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5: pySpark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14: Setup, Spark Context, RDD</a:t>
            </a:r>
            <a:r>
              <a:rPr lang="en-US" sz="1800" b="1">
                <a:solidFill>
                  <a:srgbClr val="3C3B37"/>
                </a:solidFill>
              </a:rPr>
              <a:t>, Data Frame</a:t>
            </a:r>
            <a:endParaRPr lang="en-US" sz="1800" b="1" dirty="0">
              <a:solidFill>
                <a:srgbClr val="3C3B37"/>
              </a:solidFill>
            </a:endParaRP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15: SparkConf, SparkFiles, Storage Level, MLlib, Serializer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5999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08000" y="1268759"/>
            <a:ext cx="8352928" cy="4248473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Reference: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2"/>
              </a:rPr>
              <a:t>https://github.com/peterhchen/900_Python_ML_DS_DL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3"/>
              </a:rPr>
              <a:t>https://scikit-learn.org/stable/index.html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4"/>
              </a:rPr>
              <a:t>https://spark.apache.org/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Textbook: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Introduction to Machine Learning with Python: A Guide for Data Scientists, </a:t>
            </a:r>
            <a:r>
              <a:rPr lang="en-US" sz="1800" b="1" u="sng" dirty="0">
                <a:solidFill>
                  <a:schemeClr val="tx1"/>
                </a:solidFill>
                <a:latin typeface="+mj-lt"/>
              </a:rPr>
              <a:t>b</a:t>
            </a:r>
            <a:r>
              <a:rPr lang="en-US" sz="1800" b="1" i="0" u="sng" dirty="0">
                <a:solidFill>
                  <a:schemeClr val="tx1"/>
                </a:solidFill>
                <a:effectLst/>
                <a:latin typeface="+mj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 Andreas C. </a:t>
            </a:r>
            <a:r>
              <a:rPr lang="en-US" sz="1800" b="1" i="0" u="sng" dirty="0" err="1">
                <a:solidFill>
                  <a:schemeClr val="tx1"/>
                </a:solidFill>
                <a:effectLst/>
                <a:latin typeface="+mj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Müller</a:t>
            </a:r>
            <a:r>
              <a:rPr lang="en-US" sz="1800" b="1" i="0" u="none" strike="noStrike" dirty="0" err="1">
                <a:solidFill>
                  <a:schemeClr val="tx1"/>
                </a:solidFill>
                <a:effectLst/>
                <a:latin typeface="+mj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Sarah</a:t>
            </a:r>
            <a:r>
              <a:rPr lang="en-US" sz="1800" b="1" i="0" u="none" strike="noStrike" dirty="0">
                <a:solidFill>
                  <a:schemeClr val="tx1"/>
                </a:solidFill>
                <a:effectLst/>
                <a:latin typeface="+mj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Guido</a:t>
            </a:r>
            <a:r>
              <a:rPr lang="en-US" sz="1800" b="1" i="0" u="none" strike="noStrike" dirty="0"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Sep 2016, </a:t>
            </a:r>
            <a:r>
              <a:rPr lang="en-US" sz="1800" b="1" dirty="0">
                <a:solidFill>
                  <a:schemeClr val="tx1"/>
                </a:solidFill>
                <a:latin typeface="+mj-lt"/>
              </a:rPr>
              <a:t>Publisher: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O'Reilly)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4207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r>
              <a:rPr lang="en-US" altLang="zh-TW" sz="6000" b="1" dirty="0">
                <a:solidFill>
                  <a:srgbClr val="FFFF00"/>
                </a:solidFill>
              </a:rPr>
              <a:t>End of Chapter</a:t>
            </a:r>
            <a:endParaRPr lang="zh-TW" altLang="en-US" sz="6000" b="1" dirty="0">
              <a:solidFill>
                <a:srgbClr val="FFFF00"/>
              </a:solidFill>
            </a:endParaRP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BE27-E923-4EC2-B046-3272AE2A3E5C}" type="datetime1">
              <a:rPr lang="zh-TW" altLang="en-US" smtClean="0"/>
              <a:pPr/>
              <a:t>2021/1/18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2102</TotalTime>
  <Words>470</Words>
  <Application>Microsoft Office PowerPoint</Application>
  <PresentationFormat>On-screen Show (4:3)</PresentationFormat>
  <Paragraphs>55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佈景主題</vt:lpstr>
      <vt:lpstr>00 Python Machine Learning</vt:lpstr>
      <vt:lpstr>00 Python Machine Learning</vt:lpstr>
      <vt:lpstr>00 Python Machine Learning</vt:lpstr>
      <vt:lpstr>00 Python Machine Learning</vt:lpstr>
      <vt:lpstr>00 Python Machine Learning</vt:lpstr>
      <vt:lpstr>End of Chapter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creator>USER</dc:creator>
  <cp:lastModifiedBy>14088587657</cp:lastModifiedBy>
  <cp:revision>733</cp:revision>
  <dcterms:created xsi:type="dcterms:W3CDTF">2018-09-28T16:40:41Z</dcterms:created>
  <dcterms:modified xsi:type="dcterms:W3CDTF">2021-01-19T03:32:48Z</dcterms:modified>
</cp:coreProperties>
</file>